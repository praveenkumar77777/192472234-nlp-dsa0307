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1F2D9B-0CB7-45A0-B03B-153EB44D6BB1}" v="25" dt="2026-07-23T12:00:19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30266-41CE-D202-A08B-9859FD1B3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ACB46-E5AC-F718-67B8-69B3D4F11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A2B6-E9B0-1CEA-1EFE-EA5DD73E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5505-307E-488D-BD7D-BE31593632F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8A8CD-101B-F1D7-B23D-02137A5ED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C4FD0-8E67-8D70-6621-4D705D90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30F2D-8509-436D-A1EA-36B2FE377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97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2409-25C4-CDD1-5658-9AAD9523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B67CE-ECC5-7BA8-349E-27E4CEB32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85376-16B2-4F68-2948-8A387F8F8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5505-307E-488D-BD7D-BE31593632F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46E42-A705-72CF-62FC-D2BBD0C28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A4E79-4494-BA8B-EDAA-ABD6FDE0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30F2D-8509-436D-A1EA-36B2FE377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9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FC2F-FC51-FF57-7360-3C6C82EBD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DE73-AF16-E39A-85B2-CF011BF59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9CB5B-7DCD-B5E1-5B05-6676BC4A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5505-307E-488D-BD7D-BE31593632F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D887C-3F6D-0F3C-7683-E7E581C9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68424-3724-23C6-6DCD-70F29FEC6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30F2D-8509-436D-A1EA-36B2FE377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86497-61E6-AE43-3C4D-9EC006B08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34413-39EA-5979-BCCC-2B0732F3D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45BA9-DDB3-4DC1-6F2B-D015957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D18DB-D509-512E-FED2-B39064207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5505-307E-488D-BD7D-BE31593632F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6B4DE-3D9E-4B64-597B-4CF231D6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AD205-BEF7-E035-4B74-0499F0D9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30F2D-8509-436D-A1EA-36B2FE377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5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37C5A-1DFB-46F1-7B69-FAEAD567A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C086F-0E9F-E48E-FB73-EB76C8C74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4D66E-CCC2-77BC-B8DC-5670D92B4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E7C04F-AE4B-DFFC-F8F1-59D7DE38C5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39E58-405B-FF85-ACA9-085AAE6DF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B18311-2A44-C331-2780-5D6608F67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5505-307E-488D-BD7D-BE31593632F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C49B1-0A55-96C3-6E45-CA732F387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96567-7BC9-2BEB-1D2E-434312590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30F2D-8509-436D-A1EA-36B2FE377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26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F108-C23B-4194-5E48-607F2C365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53F5CB-CE11-5D39-7D0D-FBFE1B3A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5505-307E-488D-BD7D-BE31593632F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71F23-52F0-E85A-AD9D-01B862F77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88418A-5116-0292-0CD9-FC366116D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30F2D-8509-436D-A1EA-36B2FE377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8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DC415F-57B7-01A5-A4F0-7D58DC812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5505-307E-488D-BD7D-BE31593632F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CDBB6-7F4E-4338-D0BF-0014B44C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F6ACB-389B-3112-07C5-43AA860A5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30F2D-8509-436D-A1EA-36B2FE377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81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AE46-A757-5250-BA71-453C55BA6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2E536-CEB6-8FE5-EED4-B997A2F0D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D149A-7046-A38C-1BBB-431D73F08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28233-0E58-E634-D262-8A8B8BAAB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5505-307E-488D-BD7D-BE31593632F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C11C2-B312-665C-01BD-C2AF7E6D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C945A-0C59-F2DD-58AA-3F25FCCEA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30F2D-8509-436D-A1EA-36B2FE377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5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39921-E8E6-BF85-EC6D-63D54415F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8AF791-65B2-2E65-6551-1BBD862114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67F5B-0DB7-69BE-EDFA-9542186C9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408E9-2393-6C3B-A5C7-4D8169BCB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5505-307E-488D-BD7D-BE31593632F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268D8-943A-ACE7-3D39-B22F912E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77701-586B-61D4-93F0-AF2677C2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30F2D-8509-436D-A1EA-36B2FE377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70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F3CFD-28AA-F209-554E-CC2B97D7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A8218-7E8E-E9B4-CFF0-812D21F7C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ED5DE-AB4C-D117-7B5D-AE6423E65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5505-307E-488D-BD7D-BE31593632F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F3E33-56BD-E7D3-6A89-18F90F90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66C90-5E8E-270C-0712-CFEF22CF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30F2D-8509-436D-A1EA-36B2FE377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2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DADFB2-3185-29E4-1F74-2D72E653A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972239-91C4-CDB3-C808-3CA4165DA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98B7C-364C-3CC5-FE39-027EF4259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5505-307E-488D-BD7D-BE31593632F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BF692-205F-EF74-7FDE-8248CD673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E010E-CFD3-9522-0842-DCC209B37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30F2D-8509-436D-A1EA-36B2FE377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7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A852C3-8DF7-3F6C-0F97-CCCA2F1A5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2A3EB-6D10-C08A-FE42-B5F5BF2BA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4CD4A-B34D-899E-8141-29FC43A5C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D85505-307E-488D-BD7D-BE31593632F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F3FDE-66EE-1BAA-8084-49A9FC3A83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62AEB-A121-FE58-95AB-E3BE2768A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630F2D-8509-436D-A1EA-36B2FE377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82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NLP. Natural language processing cognitive computing technology concept on virtual screen. Natural language scince concept. Robotic hand touching digital interface. Vector illustration.">
            <a:extLst>
              <a:ext uri="{FF2B5EF4-FFF2-40B4-BE49-F238E27FC236}">
                <a16:creationId xmlns:a16="http://schemas.microsoft.com/office/drawing/2014/main" id="{82DEB31D-A25E-689A-3E81-0BB00174D3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4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38D670-7B0F-8919-5269-B526E2327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6584" y="174290"/>
            <a:ext cx="9440034" cy="105156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Automata in Natural Language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EFF16-DD50-020B-5EDD-1088735F3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285" y="5915891"/>
            <a:ext cx="9144000" cy="767819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T.Praveen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Kumar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Reg.No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192472234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AB365-88C8-AAAC-1877-00F870F42F0A}"/>
              </a:ext>
            </a:extLst>
          </p:cNvPr>
          <p:cNvSpPr txBox="1"/>
          <p:nvPr/>
        </p:nvSpPr>
        <p:spPr>
          <a:xfrm>
            <a:off x="-12192" y="6283600"/>
            <a:ext cx="6492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DSA0307 – 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4293515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5E468-78C3-498E-C26C-DE26D4E35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873" y="346509"/>
            <a:ext cx="9144000" cy="567892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B2545-BC51-81CE-5E46-7CE1E5A91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018" y="1209964"/>
            <a:ext cx="6363855" cy="3438236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Finite State Automata?</a:t>
            </a:r>
          </a:p>
          <a:p>
            <a:pPr algn="l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Automata (FSA) is a mathematical model used to recognize patterns and sequences in text.</a:t>
            </a:r>
          </a:p>
          <a:p>
            <a:pPr algn="l"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of: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number of states 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symbols 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functions 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state </a:t>
            </a:r>
          </a:p>
          <a:p>
            <a:pPr marL="342900" indent="-342900" algn="l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state </a:t>
            </a:r>
          </a:p>
          <a:p>
            <a:pPr algn="l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NLP, FSA helps computers recognize words and language patterns efficiently.</a:t>
            </a:r>
          </a:p>
          <a:p>
            <a:pPr algn="l">
              <a:lnSpc>
                <a:spcPct val="12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ntegrating chatbot technology into English language learning to enhance student engagement and interactive communication skills - Jing Zhang, 2025">
            <a:extLst>
              <a:ext uri="{FF2B5EF4-FFF2-40B4-BE49-F238E27FC236}">
                <a16:creationId xmlns:a16="http://schemas.microsoft.com/office/drawing/2014/main" id="{E707EA6D-BDB4-4BF3-30F6-D66809036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873" y="1209963"/>
            <a:ext cx="3722254" cy="479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81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55933-BC8D-282E-DE3A-A1FC756C4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1305706"/>
            <a:ext cx="3429000" cy="10528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Components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4A4FB-1D71-2524-339D-C82461C09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b="1"/>
              <a:t>States</a:t>
            </a:r>
            <a:r>
              <a:rPr lang="en-US" sz="2000"/>
              <a:t> – Represent different conditions.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b="1"/>
              <a:t>Start State</a:t>
            </a:r>
            <a:r>
              <a:rPr lang="en-US" sz="2000"/>
              <a:t> – Beginning of processing.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b="1"/>
              <a:t>Input Alphabet</a:t>
            </a:r>
            <a:r>
              <a:rPr lang="en-US" sz="2000"/>
              <a:t> – Characters or symbols.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b="1"/>
              <a:t>Transitions</a:t>
            </a:r>
            <a:r>
              <a:rPr lang="en-US" sz="2000"/>
              <a:t> – Move from one state to another.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b="1"/>
              <a:t>Accept State</a:t>
            </a:r>
            <a:r>
              <a:rPr lang="en-US" sz="2000"/>
              <a:t> – Indicates successful recognition.</a:t>
            </a:r>
          </a:p>
        </p:txBody>
      </p:sp>
      <p:pic>
        <p:nvPicPr>
          <p:cNvPr id="4" name="Picture 3" descr="Finite Automata">
            <a:extLst>
              <a:ext uri="{FF2B5EF4-FFF2-40B4-BE49-F238E27FC236}">
                <a16:creationId xmlns:a16="http://schemas.microsoft.com/office/drawing/2014/main" id="{80B3DA7A-0228-FADA-6697-978E108C1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159402"/>
            <a:ext cx="6903720" cy="453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85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86432-7DF5-9431-DDED-FB28D02D7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Applications in NLP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43B19-2418-1F7B-452E-BDE4F8E9E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execution </a:t>
            </a:r>
          </a:p>
          <a:p>
            <a:pPr marL="457200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design </a:t>
            </a:r>
          </a:p>
          <a:p>
            <a:pPr marL="457200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implementation </a:t>
            </a:r>
          </a:p>
          <a:p>
            <a:pPr marL="457200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memory requirement </a:t>
            </a:r>
          </a:p>
          <a:p>
            <a:pPr marL="457200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pattern matching </a:t>
            </a:r>
          </a:p>
          <a:p>
            <a:pPr marL="457200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processing speed </a:t>
            </a:r>
          </a:p>
          <a:p>
            <a:pPr marL="457200"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Minimal Process Flow Infographic Template.">
            <a:extLst>
              <a:ext uri="{FF2B5EF4-FFF2-40B4-BE49-F238E27FC236}">
                <a16:creationId xmlns:a16="http://schemas.microsoft.com/office/drawing/2014/main" id="{D3567372-DB01-C9A1-E006-DE53B6751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840105"/>
            <a:ext cx="6903720" cy="517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32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7F7833-279F-25CA-22CF-F6F2F4938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Limitations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2D001E-8742-B319-4EDE-013107513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366" y="2194102"/>
            <a:ext cx="3739341" cy="390858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only regular languages </a:t>
            </a:r>
          </a:p>
          <a:p>
            <a:pPr indent="-2286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process nested structures </a:t>
            </a:r>
          </a:p>
          <a:p>
            <a:pPr indent="-2286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memory </a:t>
            </a:r>
          </a:p>
          <a:p>
            <a:pPr indent="-2286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understand context </a:t>
            </a:r>
          </a:p>
          <a:p>
            <a:pPr indent="-2286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complex sentence parsing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3" descr="The dark side of LLMs. Limitations and Risks of LLMs - What… | by Abhishek Junnarkar | DS/ML &amp; Agentic AI | IIT Mad. | Medium">
            <a:extLst>
              <a:ext uri="{FF2B5EF4-FFF2-40B4-BE49-F238E27FC236}">
                <a16:creationId xmlns:a16="http://schemas.microsoft.com/office/drawing/2014/main" id="{66177A74-F16D-EFF5-7B21-4421571EA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678961"/>
            <a:ext cx="6155141" cy="352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971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F1233-1737-694B-133B-EC35004EF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0037" y="1055110"/>
            <a:ext cx="9144000" cy="54509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 descr="Artificial Intelligence visualization and engineering technology. Digital network connection background, Blockchain concept, Neural network, Machine learning, AI.">
            <a:extLst>
              <a:ext uri="{FF2B5EF4-FFF2-40B4-BE49-F238E27FC236}">
                <a16:creationId xmlns:a16="http://schemas.microsoft.com/office/drawing/2014/main" id="{788A1D66-C4A8-CF93-9F96-6F07B4E1C7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F85DC3A-46F0-7BF1-28B8-7C4BA6683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47636"/>
            <a:ext cx="9144000" cy="2810164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Automata is a fundamental model in NLP.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efficiently recognizes text patterns.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supports lexical analysis, tokenization, and spell checking.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Despite its limitations, FSA remains an essential building block for modern language processing systems. 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7E95C5-F8F4-AFBC-0090-984364D01F99}"/>
              </a:ext>
            </a:extLst>
          </p:cNvPr>
          <p:cNvSpPr txBox="1"/>
          <p:nvPr/>
        </p:nvSpPr>
        <p:spPr>
          <a:xfrm>
            <a:off x="1895475" y="149542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26109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201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Wingdings</vt:lpstr>
      <vt:lpstr>Office Theme</vt:lpstr>
      <vt:lpstr>Finite State Automata in Natural Language Processing</vt:lpstr>
      <vt:lpstr>Introduction</vt:lpstr>
      <vt:lpstr>Components</vt:lpstr>
      <vt:lpstr>Applications in NLP</vt:lpstr>
      <vt:lpstr>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tummalapraveenkumar7@gmail.com</dc:creator>
  <cp:lastModifiedBy>tummalapraveenkumar7@gmail.com</cp:lastModifiedBy>
  <cp:revision>2</cp:revision>
  <dcterms:created xsi:type="dcterms:W3CDTF">2026-07-23T04:20:30Z</dcterms:created>
  <dcterms:modified xsi:type="dcterms:W3CDTF">2026-07-23T12:03:54Z</dcterms:modified>
</cp:coreProperties>
</file>